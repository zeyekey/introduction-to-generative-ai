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68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03" autoAdjust="0"/>
    <p:restoredTop sz="94622" autoAdjust="0"/>
  </p:normalViewPr>
  <p:slideViewPr>
    <p:cSldViewPr>
      <p:cViewPr varScale="1">
        <p:scale>
          <a:sx n="59" d="100"/>
          <a:sy n="59" d="100"/>
        </p:scale>
        <p:origin x="102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4622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EA658-779E-D820-06FE-AFF8526B9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66ED43-668B-89CD-E65B-7544DD1AE0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098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5462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Özel</PresentationFormat>
  <Paragraphs>0</Paragraphs>
  <Slides>14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Baver KAPLAN</cp:lastModifiedBy>
  <cp:revision>3</cp:revision>
  <dcterms:created xsi:type="dcterms:W3CDTF">2006-08-16T00:00:00Z</dcterms:created>
  <dcterms:modified xsi:type="dcterms:W3CDTF">2026-05-17T17:25:33Z</dcterms:modified>
</cp:coreProperties>
</file>