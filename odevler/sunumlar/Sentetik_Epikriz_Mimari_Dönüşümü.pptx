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90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3781"/>
          <a:stretch>
            <a:fillRect/>
          </a:stretch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Özel</PresentationFormat>
  <Paragraphs>0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Nazlı Yılmaz</cp:lastModifiedBy>
  <cp:revision>2</cp:revision>
  <dcterms:created xsi:type="dcterms:W3CDTF">2006-08-16T00:00:00Z</dcterms:created>
  <dcterms:modified xsi:type="dcterms:W3CDTF">2026-05-16T11:17:56Z</dcterms:modified>
</cp:coreProperties>
</file>